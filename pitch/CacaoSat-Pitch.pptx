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Nous sommes l'équipe CacaoSat. En 5 minutes, comment le spatial peut sécuriser l'accès de milliers de coopératives ivoiriennes au marché européen.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L'Europe impose une preuve géospatiale. La Côte d'Ivoire est n°1 mondial, mais seulement 82 % du cacao était traçable à la parcelle, et près de 30 % des surfaces sont en zone protégée. L'enjeu est énorme.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petites coopératives qui doivent produire cette preuve, à la main, sans moyens. Si elles échouent, leurs producteurs sont exclus du marché.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L'imagerie satellite nécessaire est déjà publique et gratuite. Le problème n'est pas la donnée globale : c'est le pipeline qui la connecte à chaque parcelle de chaque coopérative. C'est ce pipeline que nous avons construit.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étapes : du relevé terrain hors-ligne, à l'ingestion, au croisement satellite, au scoring, au certificat exportable, jusqu'à l'alerte précoce.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démo : un agent de coopérative, sur le terrain, sans réseau. Il marche autour de la parcelle, la surface s'affiche en direct, et l'app l'alerte si la parcelle touche une aire protégée.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démo : le tableau de bord de la coopérative. Sur fond satellite, on voit chaque parcelle, son score, et pour chacune la ventilation du calcul.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démo : la coopérative génère son certificat de conformité. PDF signé par une empreinte cryptographique, plus export GeoJSON pour les acheteurs. Quelques minutes au lieu de plusieurs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Toute la stack est open source, containerisée, testée en CI. Pour la démo, les fournisseurs satellite sont simulés de façon déterministe ; l'architecture est prête à brancher les flux réels sans changement de contrat.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sur quatre plans : économique, social, environnemental et institutionnel — jusqu'à une base nationale consolidée pour le pilotage des politiques agricoles.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Après le hackathon : un pilote réel avec une coopérative volontaire et le Conseil du Café-Cacao, puis un déploiement progressif.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CacaoSat n'est pas un projet théorique : c'est une réponse concrète à un défi national. Merci.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FF7A00"/>
                </a:solidFill>
                <a:latin typeface="Arial"/>
              </a:rPr>
              <a:t>CACAO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4EAD5"/>
                </a:solidFill>
                <a:latin typeface="Arial"/>
              </a:rPr>
              <a:t>Traçabilité géospatiale du cacao ivoirien
Le spatial pour bâtir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0A6"/>
                </a:solidFill>
                <a:latin typeface="Arial"/>
              </a:rPr>
              <a:t>Ivoire Spacehack 2026 · Abidjan · Akandji Timothé · Elie Konan · Daniel Guedegbe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00A651"/>
                </a:solidFill>
                <a:latin typeface="Arial"/>
              </a:rPr>
              <a:t>        SAT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Le choc réglementaire EUDR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AD5"/>
                </a:solidFill>
                <a:latin typeface="Arial"/>
              </a:rPr>
              <a:t>Depuis fin 2024/2025, chaque cargaison de cacao exportée vers l'UE doit fournir les coordonnées GPS de chaque parcelle et prouver l'absence de déforestation depuis le 31 décembre 2020.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A651"/>
                </a:solidFill>
                <a:latin typeface="Arial"/>
              </a:rPr>
              <a:t>N°1   —   producteur mondial de cacao</a:t>
            </a:r>
          </a:p>
          <a:p>
            <a:pPr algn="l"/>
            <a:r>
              <a:rPr sz="1800" b="1">
                <a:solidFill>
                  <a:srgbClr val="00A651"/>
                </a:solidFill>
                <a:latin typeface="Arial"/>
              </a:rPr>
              <a:t>82 %   —   traçable à la parcelle en 2023</a:t>
            </a:r>
          </a:p>
          <a:p>
            <a:pPr algn="l"/>
            <a:r>
              <a:rPr sz="1800" b="1">
                <a:solidFill>
                  <a:srgbClr val="00A651"/>
                </a:solidFill>
                <a:latin typeface="Arial"/>
              </a:rPr>
              <a:t>~30 %   —   de la surface cacaoyère en zone protégée</a:t>
            </a:r>
          </a:p>
          <a:p>
            <a:pPr algn="l"/>
            <a:r>
              <a:rPr sz="1800" b="1">
                <a:solidFill>
                  <a:srgbClr val="00A651"/>
                </a:solidFill>
                <a:latin typeface="Arial"/>
              </a:rPr>
              <a:t>2M+   —   foyers dépendants de la filière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Qui porte le poids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AD5"/>
                </a:solidFill>
                <a:latin typeface="Arial"/>
              </a:rPr>
              <a:t>Les petites coopératives.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Elles doivent cartographier des milliers d'exploitations…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…sans outils numériques ni compétences juridiques.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Une charge disproportionnée qui menace l'accès de milliers de producteurs au marché européen.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L'insight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AD5"/>
                </a:solidFill>
                <a:latin typeface="Arial"/>
              </a:rPr>
              <a:t>La donnée existe déjà. Gratuitement.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Sentinel-2 (Copernicus) — imagerie optique 10 m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Hansen / Global Forest Watch — couvert forestier et perte annuelle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Digital Earth Africa — dégradation des terres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Ce qui manque, ce n'est pas la donnée — c'est le PIPELINE qui la relie au terrain.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La solution : le pipeline CacaoSat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1 · Cartographie participative — relevé GPS hors-ligne des parcelles (app mobile)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2 · Ingestion — base géospatiale PostGIS unique et interopérable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3 · Croisement satellite — Sentinel-2 + Hansen/GFW + Digital Earth Africa depuis 2020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4 · Scoring EUDR — score pondéré et explicable par parcelle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5 · Rapport de conformité — certificat PDF + GeoJSON en minutes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6 · Alerte précoce — toute nouvelle déforestation détectée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Démo 1 — Terrain, sans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AD5"/>
                </a:solidFill>
                <a:latin typeface="Arial"/>
              </a:rPr>
              <a:t>Application mobile Flutter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L'agent relève le contour GPS d'une parcelle (marche, sommets ou saisie manuelle)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Surface calculée en direct · alerte si recoupement d'une forêt classée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Tout est enregistré localement (SQLite) et synchronisé plus tard, en un lot idempotent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Démo 2 — Le tableau de 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AD5"/>
                </a:solidFill>
                <a:latin typeface="Arial"/>
              </a:rPr>
              <a:t>Web React · dignes d'un outil 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Carte satellite des parcelles colorées par statut EUDR (conforme / à vérifier / non conforme)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KPIs : % conformes, surface à haut risque, événements de déforestation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Détail parcelle : jauge de score, ventilation des 5 facteurs, série NDVI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Démo 3 — Le certificat, en un clic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AD5"/>
                </a:solidFill>
                <a:latin typeface="Arial"/>
              </a:rPr>
              <a:t>Preuve de conformité EUDR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Rapport PDF : préambule légal, synthèse, carte, tableau par producteur, méthodologie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Export GeoJSON au gabarit attendu par les exportateurs et le Conseil du Café-Cacao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Empreinte SHA-256 du contenu — anti-falsification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Minutes, au lieu de semaines.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Sous le capot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AD5"/>
                </a:solidFill>
                <a:latin typeface="Arial"/>
              </a:rPr>
              <a:t>100 % outils libres · coût d'infrastructure minimal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Backend Flask + PostGIS · moteur d'analyse &amp; scoring · rapports ReportLab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Web React/Vite · Mobile Flutter hors-ligne (Drift/SQLite)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Tout containerisé (Docker) · CI/CD GitHub Actions · déployable en une commande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Services externes mockés de façon déterministe pour une démo reproductible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Économique   —   accès au marché UE sécurisé, délai et coût de conformité réduits</a:t>
            </a:r>
          </a:p>
          <a:p>
            <a:pPr algn="l"/>
            <a:r>
              <a:rPr sz="1800" b="1">
                <a:solidFill>
                  <a:srgbClr val="00A651"/>
                </a:solidFill>
                <a:latin typeface="Arial"/>
              </a:rPr>
              <a:t>Social   —   un outil pour les petites coopératives, sans intermédiaire coûteux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Environnemental   —   suivi continu du couvert forestier autour des zones de production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Institutionnel   —   base nationale consolidée pour le Conseil du Café-Cacao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Au-delà du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Pilote avec une coopérative volontaire de la région du Cavally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Partenariat avec le Conseil du Café-Cacao pour valider en conditions réelles</a:t>
            </a:r>
          </a:p>
          <a:p>
            <a:pPr algn="l"/>
            <a:r>
              <a:rPr sz="1500" b="0">
                <a:solidFill>
                  <a:srgbClr val="F4EAD5"/>
                </a:solidFill>
                <a:latin typeface="Arial"/>
              </a:rPr>
              <a:t>•  Déploiement progressif à l'échelle des principales zones de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6729984"/>
            <a:ext cx="4063898" cy="12801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Le spatial, entre les mains de la jeunesse ivoirienne.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4EAD5"/>
                </a:solidFill>
                <a:latin typeface="Arial"/>
              </a:rPr>
              <a:t>CacaoSat répond à une exigence déjà en vigueur, qui touche des millions de foyers.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0A6"/>
                </a:solidFill>
                <a:latin typeface="Arial"/>
              </a:rPr>
              <a:t>github.com/daniel10027/CacaoSat · Équipe CacaoSat — Ivoire Spacehack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